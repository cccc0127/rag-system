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基于差分隐私的检索增强生成系统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748B"/>
                </a:solidFill>
                <a:latin typeface="Microsoft YaHei"/>
              </a:defRPr>
            </a:pPr>
            <a:r>
              <a:t>DP-RAG: Differential Privacy for Retrieval-Augmented Generation</a:t>
            </a:r>
          </a:p>
          <a:p/>
          <a:p>
            <a:r>
              <a:t>汇报人：XXX</a:t>
            </a:r>
          </a:p>
          <a:p>
            <a:r>
              <a:t>汇报日期：2026-07-29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RAG（检索增强生成）在企业知识库、智能问答等领域广泛应用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RAG系统面临隐私泄露风险：攻击者可从检索向量推断敏感信息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现有方案问题：纯密文检索计算开销大，差分隐私保护不充分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研究目标：在保证检索质量的前提下，提供可证明的差分隐私保护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DP-RAG方案概述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核心思想：在向量检索层引入差分隐私噪声，保护原始文档表示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技术路线：JL降维 → L2裁剪 → 动态分析高斯机制 → HNSW检索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隐私保障：提供(ε, δ)-差分隐私可证明保护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支持模式：NoJL(1024维)、JL768、JL256三种配置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技术流程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1. 文档预处理：分块 + 嵌入模型(BGE-M3) → 1024维原始向量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2. Johnson-Lindenstrauss降维：1024维 → 256/768维，减少高维噪声累积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3. 动态隐私预算分配：根据文档敏感度自适应调整噪声强度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4. 差分隐私噪声注入：L2裁剪 + 分析高斯机制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5. HNSW近似最近邻检索：平衡检索精度与效率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实验1：基线对比实验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对比方案：Our DP-RAG (NoJL/JL768/JL256)、Private RAG-RP、DCPE+DCE、CKKS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评估指标：Recall@5、MRR@5、查询时间、隐私预算ε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数据集：知识库文档 + 30条测试查询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HNSW参数：ef_search ∈ {16, 32, 64, 128, 256}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基线对比实验结果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76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Recall@5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MRR@5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平均ε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噪声信号比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向量维度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DP-RAG-NoJL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1024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DP-RAG-JL768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768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DP-RAG-JL256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256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Private RAG-RP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64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DCPE+DCE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基线对比实验分析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Our DP-RAG-NoJL达到最高检索精度(Recall@5=0.98)，接近原始RAG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JL降维导致轻微精度下降，但显著降低存储和计算开销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Private RAG-RP无正式DP保证，检索精度较低(0.28)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DCPE+DCE精度高但无差分隐私保障，不提供ε值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隐私-效用权衡：Our DP-RAG在7.71的ε下保持良好效用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实验2：安全性评估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B8A89"/>
                </a:solidFill>
                <a:latin typeface="Microsoft YaHei"/>
              </a:rPr>
              <a:t>向量链接攻击(Vector Linkage)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7233B"/>
                </a:solidFill>
                <a:latin typeface="Microsoft YaHei"/>
              </a:rPr>
              <a:t>• 威胁模型：攻击者获取保护向量，尝试链接至原始文档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7233B"/>
                </a:solidFill>
                <a:latin typeface="Microsoft YaHei"/>
              </a:rPr>
              <a:t>• 评估指标：Linkage Top-1 Recovery Rate、Recall@5、MRR@5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7233B"/>
                </a:solidFill>
                <a:latin typeface="Microsoft YaHei"/>
              </a:rPr>
              <a:t>• 目标：证明受保护向量难以链接回原始文档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D9685A"/>
                </a:solidFill>
                <a:latin typeface="Microsoft YaHei"/>
              </a:rPr>
              <a:t>敏感数据检索攻击(Sensitive Retrieval)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840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7233B"/>
                </a:solidFill>
                <a:latin typeface="Microsoft YaHei"/>
              </a:rPr>
              <a:t>• 威胁模型：攻击者利用语义查询检索含敏感信息(邮箱/电话/URL)的文档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840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7233B"/>
                </a:solidFill>
                <a:latin typeface="Microsoft YaHei"/>
              </a:rPr>
              <a:t>• 评估指标：Sensitive Target Recall@1/@5、Exposure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840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7233B"/>
                </a:solidFill>
                <a:latin typeface="Microsoft YaHei"/>
              </a:rPr>
              <a:t>• 目标：证明敏感文档难以被恶意检索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安全性实验结果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向量链接Top-1恢复率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敏感检索Top-1暴露率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普通检索Recall@5</a:t>
                      </a:r>
                    </a:p>
                  </a:txBody>
                  <a:tcPr>
                    <a:solidFill>
                      <a:srgbClr val="1B8A8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Vanilla Raw HNSW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DP-RAG-JL256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较低(受保护)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较低(受保护)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0.580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Private RAG-RP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0.280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DCPE+DCE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安全性实验分析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Vanilla Raw HNSW完全无保护，攻击者可100%成功链接和检索敏感数据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Our DP-RAG通过DP噪声显著降低向量链接和敏感检索成功率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Private RAG-RP虽有一定保护，但无正式DP保证，效用较低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安全-效用权衡：DP-RAG在右下区域(高Recall + 低暴露)表现最优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实验3：消融实验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Full Current：完整pipeline (JL→裁剪→动态DP→维度感知缩放→归一化)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No DP Baseline：仅JL降维，无隐私保护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Old Pipeline DP Before JL：在1024维空间直接加噪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No Dimension-Aware Scaling：移除√dim校正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Fixed DP Calibration：使用固定ε而非动态校准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实验4：HNSW检索验证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验证HNSW近似检索与精确检索的一致性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评估指标：Recall@K、Overlap@5、Speedup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实验结果：ef_search=64时，Recall@5达到0.98以上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加速效果：HNSW相比精确检索提速显著(&gt;100x)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结论：HNSW可在保持高精度的同时大幅降低查询延迟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总结与贡献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提出DP-RAG：在RAG检索层引入可证明的差分隐私保护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设计动态分析高斯机制：根据文档敏感度自适应分配隐私预算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综合评估：基线对比、安全性、消融、HNSW四类实验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实验表明：在ε≈7.71下，检索精度仅下降约2%，安全性显著提升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探索更高效的隐私预算分配策略，进一步降低ε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研究多模态(图像、音频)RAG的隐私保护方案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结合大语言模型输出层面的隐私保护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33B"/>
                </a:solidFill>
                <a:latin typeface="Microsoft YaHei"/>
              </a:rPr>
              <a:t>• 在实际企业知识库中部署并验证DP-RAG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7233B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748B"/>
                </a:solidFill>
                <a:latin typeface="Microsoft YaHei"/>
              </a:defRPr>
            </a:pPr>
            <a: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